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1" r:id="rId5"/>
    <p:sldId id="262" r:id="rId6"/>
    <p:sldId id="259" r:id="rId7"/>
    <p:sldId id="26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0" d="100"/>
          <a:sy n="80" d="100"/>
        </p:scale>
        <p:origin x="3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8/12/2026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ev.to/otienorabin/i-taught-a-robotic-arm-to-do-makeup-sort-of-3glh" TargetMode="External"/><Relationship Id="rId2" Type="http://schemas.openxmlformats.org/officeDocument/2006/relationships/hyperlink" Target="https://github.com/Rabinnnn/artsy.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8307" y="1115221"/>
            <a:ext cx="4197567" cy="5457292"/>
          </a:xfrm>
          <a:prstGeom prst="rect">
            <a:avLst/>
          </a:prstGeom>
        </p:spPr>
      </p:pic>
      <p:sp>
        <p:nvSpPr>
          <p:cNvPr id="2" name="Title 1"/>
          <p:cNvSpPr>
            <a:spLocks noGrp="1"/>
          </p:cNvSpPr>
          <p:nvPr>
            <p:ph type="ctrTitle"/>
          </p:nvPr>
        </p:nvSpPr>
        <p:spPr/>
        <p:txBody>
          <a:bodyPr/>
          <a:lstStyle/>
          <a:p>
            <a:r>
              <a:rPr lang="en-US" b="1" dirty="0" smtClean="0"/>
              <a:t>Artsy</a:t>
            </a:r>
            <a:endParaRPr lang="en-CA" b="1" dirty="0"/>
          </a:p>
        </p:txBody>
      </p:sp>
      <p:sp>
        <p:nvSpPr>
          <p:cNvPr id="3" name="Subtitle 2"/>
          <p:cNvSpPr>
            <a:spLocks noGrp="1"/>
          </p:cNvSpPr>
          <p:nvPr>
            <p:ph type="subTitle" idx="1"/>
          </p:nvPr>
        </p:nvSpPr>
        <p:spPr/>
        <p:txBody>
          <a:bodyPr/>
          <a:lstStyle/>
          <a:p>
            <a:r>
              <a:rPr lang="en-US" dirty="0" smtClean="0">
                <a:solidFill>
                  <a:schemeClr val="tx1">
                    <a:lumMod val="95000"/>
                  </a:schemeClr>
                </a:solidFill>
              </a:rPr>
              <a:t>Makeup by SO-101 robotic arm</a:t>
            </a:r>
            <a:endParaRPr lang="en-CA" dirty="0">
              <a:solidFill>
                <a:schemeClr val="tx1">
                  <a:lumMod val="95000"/>
                </a:schemeClr>
              </a:solidFill>
            </a:endParaRPr>
          </a:p>
        </p:txBody>
      </p:sp>
    </p:spTree>
    <p:extLst>
      <p:ext uri="{BB962C8B-B14F-4D97-AF65-F5344CB8AC3E}">
        <p14:creationId xmlns:p14="http://schemas.microsoft.com/office/powerpoint/2010/main" val="37749922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514239"/>
            <a:ext cx="8534400" cy="1507067"/>
          </a:xfrm>
        </p:spPr>
        <p:txBody>
          <a:bodyPr/>
          <a:lstStyle/>
          <a:p>
            <a:r>
              <a:rPr lang="en-US" b="1" dirty="0" smtClean="0"/>
              <a:t>Problem statement</a:t>
            </a:r>
            <a:endParaRPr lang="en-CA" b="1" dirty="0"/>
          </a:p>
        </p:txBody>
      </p:sp>
      <p:sp>
        <p:nvSpPr>
          <p:cNvPr id="3" name="Content Placeholder 2"/>
          <p:cNvSpPr>
            <a:spLocks noGrp="1"/>
          </p:cNvSpPr>
          <p:nvPr>
            <p:ph idx="1"/>
          </p:nvPr>
        </p:nvSpPr>
        <p:spPr>
          <a:xfrm>
            <a:off x="684212" y="2514601"/>
            <a:ext cx="8534400" cy="3615267"/>
          </a:xfrm>
        </p:spPr>
        <p:txBody>
          <a:bodyPr/>
          <a:lstStyle/>
          <a:p>
            <a:r>
              <a:rPr lang="en-US" dirty="0" smtClean="0">
                <a:solidFill>
                  <a:schemeClr val="tx1">
                    <a:lumMod val="95000"/>
                  </a:schemeClr>
                </a:solidFill>
              </a:rPr>
              <a:t>Makeup routines can be tasking, especially when they are being performed daily. They are time-consuming and might also produce wrong results if not done properly. In addition, some are complex and require a high level of concentration and precision.</a:t>
            </a:r>
            <a:endParaRPr lang="en-CA" dirty="0">
              <a:solidFill>
                <a:schemeClr val="tx1">
                  <a:lumMod val="95000"/>
                </a:schemeClr>
              </a:solidFill>
            </a:endParaRPr>
          </a:p>
        </p:txBody>
      </p:sp>
    </p:spTree>
    <p:extLst>
      <p:ext uri="{BB962C8B-B14F-4D97-AF65-F5344CB8AC3E}">
        <p14:creationId xmlns:p14="http://schemas.microsoft.com/office/powerpoint/2010/main" val="3306825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514239"/>
            <a:ext cx="8534400" cy="1507067"/>
          </a:xfrm>
        </p:spPr>
        <p:txBody>
          <a:bodyPr/>
          <a:lstStyle/>
          <a:p>
            <a:r>
              <a:rPr lang="en-US" b="1" dirty="0" smtClean="0"/>
              <a:t>Solution</a:t>
            </a:r>
            <a:endParaRPr lang="en-CA" b="1" dirty="0"/>
          </a:p>
        </p:txBody>
      </p:sp>
      <p:sp>
        <p:nvSpPr>
          <p:cNvPr id="3" name="Content Placeholder 2"/>
          <p:cNvSpPr>
            <a:spLocks noGrp="1"/>
          </p:cNvSpPr>
          <p:nvPr>
            <p:ph idx="1"/>
          </p:nvPr>
        </p:nvSpPr>
        <p:spPr>
          <a:xfrm>
            <a:off x="684212" y="2514601"/>
            <a:ext cx="5415799" cy="3615267"/>
          </a:xfrm>
        </p:spPr>
        <p:txBody>
          <a:bodyPr>
            <a:normAutofit fontScale="92500" lnSpcReduction="10000"/>
          </a:bodyPr>
          <a:lstStyle/>
          <a:p>
            <a:r>
              <a:rPr lang="en-US" dirty="0" smtClean="0">
                <a:solidFill>
                  <a:schemeClr val="tx1">
                    <a:lumMod val="95000"/>
                  </a:schemeClr>
                </a:solidFill>
              </a:rPr>
              <a:t>The SO-101 robotic arm comes in handy since it can be able to pick makeup items </a:t>
            </a:r>
            <a:r>
              <a:rPr lang="en-US" dirty="0" err="1" smtClean="0">
                <a:solidFill>
                  <a:schemeClr val="tx1">
                    <a:lumMod val="95000"/>
                  </a:schemeClr>
                </a:solidFill>
              </a:rPr>
              <a:t>e.g</a:t>
            </a:r>
            <a:r>
              <a:rPr lang="en-US" dirty="0" smtClean="0">
                <a:solidFill>
                  <a:schemeClr val="tx1">
                    <a:lumMod val="95000"/>
                  </a:schemeClr>
                </a:solidFill>
              </a:rPr>
              <a:t> lipstick or brush and perform a wide range of movements at different angles to apply the makeup as instructed by the user. Furthermore, it can be operated via voice commands through the </a:t>
            </a:r>
            <a:r>
              <a:rPr lang="en-US" dirty="0" err="1" smtClean="0">
                <a:solidFill>
                  <a:schemeClr val="tx1">
                    <a:lumMod val="95000"/>
                  </a:schemeClr>
                </a:solidFill>
              </a:rPr>
              <a:t>cyberwave</a:t>
            </a:r>
            <a:r>
              <a:rPr lang="en-US" dirty="0" smtClean="0">
                <a:solidFill>
                  <a:schemeClr val="tx1">
                    <a:lumMod val="95000"/>
                  </a:schemeClr>
                </a:solidFill>
              </a:rPr>
              <a:t> python SDK, making it very user-friendly for this particular use case.</a:t>
            </a:r>
          </a:p>
          <a:p>
            <a:r>
              <a:rPr lang="en-US" dirty="0" smtClean="0">
                <a:solidFill>
                  <a:schemeClr val="tx1">
                    <a:lumMod val="95000"/>
                  </a:schemeClr>
                </a:solidFill>
              </a:rPr>
              <a:t>Through the Physical AI infrastructure that it operates on, it is able to do the work with a high level of precision can be relied upon to produce quality results.</a:t>
            </a:r>
            <a:endParaRPr lang="en-CA" dirty="0">
              <a:solidFill>
                <a:schemeClr val="tx1">
                  <a:lumMod val="95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673" y="1440969"/>
            <a:ext cx="5678906" cy="4789010"/>
          </a:xfrm>
          <a:prstGeom prst="rect">
            <a:avLst/>
          </a:prstGeom>
        </p:spPr>
      </p:pic>
    </p:spTree>
    <p:extLst>
      <p:ext uri="{BB962C8B-B14F-4D97-AF65-F5344CB8AC3E}">
        <p14:creationId xmlns:p14="http://schemas.microsoft.com/office/powerpoint/2010/main" val="2487779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514239"/>
            <a:ext cx="8534400" cy="1507067"/>
          </a:xfrm>
        </p:spPr>
        <p:txBody>
          <a:bodyPr/>
          <a:lstStyle/>
          <a:p>
            <a:r>
              <a:rPr lang="en-US" b="1" dirty="0" smtClean="0"/>
              <a:t>How it works</a:t>
            </a:r>
            <a:endParaRPr lang="en-CA" b="1" dirty="0"/>
          </a:p>
        </p:txBody>
      </p:sp>
      <p:sp>
        <p:nvSpPr>
          <p:cNvPr id="3" name="Content Placeholder 2"/>
          <p:cNvSpPr>
            <a:spLocks noGrp="1"/>
          </p:cNvSpPr>
          <p:nvPr>
            <p:ph idx="1"/>
          </p:nvPr>
        </p:nvSpPr>
        <p:spPr>
          <a:xfrm>
            <a:off x="684212" y="2514601"/>
            <a:ext cx="8534400" cy="3615267"/>
          </a:xfrm>
        </p:spPr>
        <p:txBody>
          <a:bodyPr/>
          <a:lstStyle/>
          <a:p>
            <a:r>
              <a:rPr lang="en-US" dirty="0" smtClean="0">
                <a:solidFill>
                  <a:schemeClr val="tx1">
                    <a:lumMod val="95000"/>
                  </a:schemeClr>
                </a:solidFill>
              </a:rPr>
              <a:t>The user can operate the robot via a Graphical User Interface (web app) or through the terminal. For the web app, the user can upload a face image then specify parameters such as brush size, type of makeup, and color. Once they click the “apply makeup” button they will be able to see the robot make the movements in the </a:t>
            </a:r>
            <a:r>
              <a:rPr lang="en-US" dirty="0" err="1" smtClean="0">
                <a:solidFill>
                  <a:schemeClr val="tx1">
                    <a:lumMod val="95000"/>
                  </a:schemeClr>
                </a:solidFill>
              </a:rPr>
              <a:t>Cyberwave</a:t>
            </a:r>
            <a:r>
              <a:rPr lang="en-US" dirty="0" smtClean="0">
                <a:solidFill>
                  <a:schemeClr val="tx1">
                    <a:lumMod val="95000"/>
                  </a:schemeClr>
                </a:solidFill>
              </a:rPr>
              <a:t> simulation environment while also seeing the makeup being applied in real-time on the image uploaded on the web app.</a:t>
            </a:r>
          </a:p>
          <a:p>
            <a:r>
              <a:rPr lang="en-US" dirty="0" smtClean="0">
                <a:solidFill>
                  <a:schemeClr val="tx1">
                    <a:lumMod val="95000"/>
                  </a:schemeClr>
                </a:solidFill>
              </a:rPr>
              <a:t>For the terminal, the user can type the text commands or speak the voice commands. The result is the same as when using the web app.</a:t>
            </a:r>
          </a:p>
        </p:txBody>
      </p:sp>
    </p:spTree>
    <p:extLst>
      <p:ext uri="{BB962C8B-B14F-4D97-AF65-F5344CB8AC3E}">
        <p14:creationId xmlns:p14="http://schemas.microsoft.com/office/powerpoint/2010/main" val="10501559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11" y="718135"/>
            <a:ext cx="10058400" cy="5604496"/>
          </a:xfrm>
          <a:prstGeom prst="rect">
            <a:avLst/>
          </a:prstGeom>
        </p:spPr>
      </p:pic>
    </p:spTree>
    <p:extLst>
      <p:ext uri="{BB962C8B-B14F-4D97-AF65-F5344CB8AC3E}">
        <p14:creationId xmlns:p14="http://schemas.microsoft.com/office/powerpoint/2010/main" val="38069412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514239"/>
            <a:ext cx="8534400" cy="1507067"/>
          </a:xfrm>
        </p:spPr>
        <p:txBody>
          <a:bodyPr/>
          <a:lstStyle/>
          <a:p>
            <a:r>
              <a:rPr lang="en-US" b="1" dirty="0" smtClean="0"/>
              <a:t>Tech stack</a:t>
            </a:r>
            <a:endParaRPr lang="en-CA" b="1" dirty="0"/>
          </a:p>
        </p:txBody>
      </p:sp>
      <p:sp>
        <p:nvSpPr>
          <p:cNvPr id="3" name="Content Placeholder 2"/>
          <p:cNvSpPr>
            <a:spLocks noGrp="1"/>
          </p:cNvSpPr>
          <p:nvPr>
            <p:ph idx="1"/>
          </p:nvPr>
        </p:nvSpPr>
        <p:spPr>
          <a:xfrm>
            <a:off x="684212" y="2514601"/>
            <a:ext cx="8534400" cy="3615267"/>
          </a:xfrm>
        </p:spPr>
        <p:txBody>
          <a:bodyPr/>
          <a:lstStyle/>
          <a:p>
            <a:r>
              <a:rPr lang="en-US" b="1" dirty="0" err="1" smtClean="0">
                <a:solidFill>
                  <a:schemeClr val="tx1">
                    <a:lumMod val="95000"/>
                  </a:schemeClr>
                </a:solidFill>
              </a:rPr>
              <a:t>Cyberwave</a:t>
            </a:r>
            <a:r>
              <a:rPr lang="en-US" b="1" dirty="0" smtClean="0">
                <a:solidFill>
                  <a:schemeClr val="tx1">
                    <a:lumMod val="95000"/>
                  </a:schemeClr>
                </a:solidFill>
              </a:rPr>
              <a:t> Python SDK </a:t>
            </a:r>
            <a:r>
              <a:rPr lang="en-US" dirty="0" smtClean="0">
                <a:solidFill>
                  <a:schemeClr val="tx1">
                    <a:lumMod val="95000"/>
                  </a:schemeClr>
                </a:solidFill>
              </a:rPr>
              <a:t>– for connecting to the SO-101 robot and controlling it.</a:t>
            </a:r>
          </a:p>
          <a:p>
            <a:r>
              <a:rPr lang="en-US" b="1" dirty="0" smtClean="0">
                <a:solidFill>
                  <a:schemeClr val="tx1">
                    <a:lumMod val="95000"/>
                  </a:schemeClr>
                </a:solidFill>
              </a:rPr>
              <a:t>Mistral </a:t>
            </a:r>
            <a:r>
              <a:rPr lang="en-US" b="1" dirty="0" err="1" smtClean="0">
                <a:solidFill>
                  <a:schemeClr val="tx1">
                    <a:lumMod val="95000"/>
                  </a:schemeClr>
                </a:solidFill>
              </a:rPr>
              <a:t>Voxtral</a:t>
            </a:r>
            <a:r>
              <a:rPr lang="en-US" b="1" dirty="0" smtClean="0">
                <a:solidFill>
                  <a:schemeClr val="tx1">
                    <a:lumMod val="95000"/>
                  </a:schemeClr>
                </a:solidFill>
              </a:rPr>
              <a:t> </a:t>
            </a:r>
            <a:r>
              <a:rPr lang="en-US" dirty="0" smtClean="0">
                <a:solidFill>
                  <a:schemeClr val="tx1">
                    <a:lumMod val="95000"/>
                  </a:schemeClr>
                </a:solidFill>
              </a:rPr>
              <a:t>– for translating voice commands to text.</a:t>
            </a:r>
          </a:p>
          <a:p>
            <a:r>
              <a:rPr lang="en-US" b="1" dirty="0" err="1" smtClean="0">
                <a:solidFill>
                  <a:schemeClr val="tx1">
                    <a:lumMod val="95000"/>
                  </a:schemeClr>
                </a:solidFill>
              </a:rPr>
              <a:t>Deepseek</a:t>
            </a:r>
            <a:r>
              <a:rPr lang="en-US" b="1" dirty="0" smtClean="0">
                <a:solidFill>
                  <a:schemeClr val="tx1">
                    <a:lumMod val="95000"/>
                  </a:schemeClr>
                </a:solidFill>
              </a:rPr>
              <a:t> LLM </a:t>
            </a:r>
            <a:r>
              <a:rPr lang="en-US" dirty="0" smtClean="0">
                <a:solidFill>
                  <a:schemeClr val="tx1">
                    <a:lumMod val="95000"/>
                  </a:schemeClr>
                </a:solidFill>
              </a:rPr>
              <a:t>– for creating an action plan based on the textual commands.</a:t>
            </a:r>
          </a:p>
          <a:p>
            <a:r>
              <a:rPr lang="en-US" b="1" dirty="0" smtClean="0">
                <a:solidFill>
                  <a:schemeClr val="tx1">
                    <a:lumMod val="95000"/>
                  </a:schemeClr>
                </a:solidFill>
              </a:rPr>
              <a:t>HTML/JS</a:t>
            </a:r>
            <a:r>
              <a:rPr lang="en-US" dirty="0" smtClean="0">
                <a:solidFill>
                  <a:schemeClr val="tx1">
                    <a:lumMod val="95000"/>
                  </a:schemeClr>
                </a:solidFill>
              </a:rPr>
              <a:t> – for the web interface used for visual user interaction and visualizing makeup application.</a:t>
            </a:r>
          </a:p>
          <a:p>
            <a:r>
              <a:rPr lang="en-US" b="1" dirty="0" err="1" smtClean="0">
                <a:solidFill>
                  <a:schemeClr val="tx1">
                    <a:lumMod val="95000"/>
                  </a:schemeClr>
                </a:solidFill>
              </a:rPr>
              <a:t>MediaPipe</a:t>
            </a:r>
            <a:r>
              <a:rPr lang="en-US" b="1" dirty="0" smtClean="0">
                <a:solidFill>
                  <a:schemeClr val="tx1">
                    <a:lumMod val="95000"/>
                  </a:schemeClr>
                </a:solidFill>
              </a:rPr>
              <a:t> </a:t>
            </a:r>
            <a:r>
              <a:rPr lang="en-US" b="1" dirty="0" err="1" smtClean="0">
                <a:solidFill>
                  <a:schemeClr val="tx1">
                    <a:lumMod val="95000"/>
                  </a:schemeClr>
                </a:solidFill>
              </a:rPr>
              <a:t>FaceMesh</a:t>
            </a:r>
            <a:r>
              <a:rPr lang="en-US" b="1" dirty="0" smtClean="0">
                <a:solidFill>
                  <a:schemeClr val="tx1">
                    <a:lumMod val="95000"/>
                  </a:schemeClr>
                </a:solidFill>
              </a:rPr>
              <a:t> </a:t>
            </a:r>
            <a:r>
              <a:rPr lang="en-US" dirty="0" smtClean="0">
                <a:solidFill>
                  <a:schemeClr val="tx1">
                    <a:lumMod val="95000"/>
                  </a:schemeClr>
                </a:solidFill>
              </a:rPr>
              <a:t>– library for detecting facial features on the uploaded image.</a:t>
            </a:r>
            <a:endParaRPr lang="en-CA" dirty="0">
              <a:solidFill>
                <a:schemeClr val="tx1">
                  <a:lumMod val="95000"/>
                </a:schemeClr>
              </a:solidFill>
            </a:endParaRPr>
          </a:p>
        </p:txBody>
      </p:sp>
    </p:spTree>
    <p:extLst>
      <p:ext uri="{BB962C8B-B14F-4D97-AF65-F5344CB8AC3E}">
        <p14:creationId xmlns:p14="http://schemas.microsoft.com/office/powerpoint/2010/main" val="29033194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514239"/>
            <a:ext cx="8534400" cy="1507067"/>
          </a:xfrm>
        </p:spPr>
        <p:txBody>
          <a:bodyPr/>
          <a:lstStyle/>
          <a:p>
            <a:r>
              <a:rPr lang="en-US" b="1" dirty="0" smtClean="0"/>
              <a:t>Documentation</a:t>
            </a:r>
            <a:endParaRPr lang="en-CA" b="1" dirty="0"/>
          </a:p>
        </p:txBody>
      </p:sp>
      <p:sp>
        <p:nvSpPr>
          <p:cNvPr id="3" name="Content Placeholder 2"/>
          <p:cNvSpPr>
            <a:spLocks noGrp="1"/>
          </p:cNvSpPr>
          <p:nvPr>
            <p:ph idx="1"/>
          </p:nvPr>
        </p:nvSpPr>
        <p:spPr>
          <a:xfrm>
            <a:off x="684212" y="2514601"/>
            <a:ext cx="8534400" cy="3615267"/>
          </a:xfrm>
        </p:spPr>
        <p:txBody>
          <a:bodyPr/>
          <a:lstStyle/>
          <a:p>
            <a:r>
              <a:rPr lang="en-US" b="1" dirty="0" err="1" smtClean="0">
                <a:solidFill>
                  <a:schemeClr val="tx1">
                    <a:lumMod val="95000"/>
                  </a:schemeClr>
                </a:solidFill>
              </a:rPr>
              <a:t>Github</a:t>
            </a:r>
            <a:r>
              <a:rPr lang="en-US" b="1" dirty="0" smtClean="0">
                <a:solidFill>
                  <a:schemeClr val="tx1">
                    <a:lumMod val="95000"/>
                  </a:schemeClr>
                </a:solidFill>
              </a:rPr>
              <a:t> repo: </a:t>
            </a:r>
            <a:r>
              <a:rPr lang="en-US" b="1" dirty="0" smtClean="0">
                <a:solidFill>
                  <a:schemeClr val="tx1">
                    <a:lumMod val="95000"/>
                  </a:schemeClr>
                </a:solidFill>
              </a:rPr>
              <a:t> </a:t>
            </a:r>
            <a:r>
              <a:rPr lang="en-CA" dirty="0" smtClean="0">
                <a:solidFill>
                  <a:schemeClr val="bg1">
                    <a:lumMod val="95000"/>
                    <a:lumOff val="5000"/>
                  </a:schemeClr>
                </a:solidFill>
                <a:hlinkClick r:id="rId2"/>
              </a:rPr>
              <a:t>https</a:t>
            </a:r>
            <a:r>
              <a:rPr lang="en-CA" dirty="0">
                <a:solidFill>
                  <a:schemeClr val="bg1">
                    <a:lumMod val="95000"/>
                    <a:lumOff val="5000"/>
                  </a:schemeClr>
                </a:solidFill>
                <a:hlinkClick r:id="rId2"/>
              </a:rPr>
              <a:t>://</a:t>
            </a:r>
            <a:r>
              <a:rPr lang="en-CA" dirty="0" smtClean="0">
                <a:solidFill>
                  <a:schemeClr val="bg1">
                    <a:lumMod val="95000"/>
                    <a:lumOff val="5000"/>
                  </a:schemeClr>
                </a:solidFill>
                <a:hlinkClick r:id="rId2"/>
              </a:rPr>
              <a:t>github.com/Rabinnnn/artsy.git</a:t>
            </a:r>
            <a:endParaRPr lang="en-CA" dirty="0" smtClean="0">
              <a:solidFill>
                <a:schemeClr val="bg1">
                  <a:lumMod val="95000"/>
                  <a:lumOff val="5000"/>
                </a:schemeClr>
              </a:solidFill>
            </a:endParaRPr>
          </a:p>
          <a:p>
            <a:endParaRPr lang="en-CA" dirty="0">
              <a:solidFill>
                <a:schemeClr val="bg1">
                  <a:lumMod val="95000"/>
                  <a:lumOff val="5000"/>
                </a:schemeClr>
              </a:solidFill>
            </a:endParaRPr>
          </a:p>
          <a:p>
            <a:r>
              <a:rPr lang="en-US" b="1" dirty="0" smtClean="0">
                <a:solidFill>
                  <a:schemeClr val="tx1">
                    <a:lumMod val="95000"/>
                  </a:schemeClr>
                </a:solidFill>
              </a:rPr>
              <a:t>Blog post</a:t>
            </a:r>
            <a:r>
              <a:rPr lang="en-US" b="1" dirty="0" smtClean="0">
                <a:solidFill>
                  <a:schemeClr val="tx1">
                    <a:lumMod val="95000"/>
                  </a:schemeClr>
                </a:solidFill>
              </a:rPr>
              <a:t>:  </a:t>
            </a:r>
            <a:r>
              <a:rPr lang="en-US" dirty="0">
                <a:solidFill>
                  <a:schemeClr val="bg1">
                    <a:lumMod val="95000"/>
                    <a:lumOff val="5000"/>
                  </a:schemeClr>
                </a:solidFill>
                <a:hlinkClick r:id="rId3"/>
              </a:rPr>
              <a:t>https://</a:t>
            </a:r>
            <a:r>
              <a:rPr lang="en-US" dirty="0" smtClean="0">
                <a:solidFill>
                  <a:schemeClr val="bg1">
                    <a:lumMod val="95000"/>
                    <a:lumOff val="5000"/>
                  </a:schemeClr>
                </a:solidFill>
                <a:hlinkClick r:id="rId3"/>
              </a:rPr>
              <a:t>dev.to/otienorabin/i-taught-a-robotic-arm-to-do-makeup-sort-of-3glh</a:t>
            </a:r>
            <a:endParaRPr lang="en-US" dirty="0" smtClean="0">
              <a:solidFill>
                <a:schemeClr val="bg1">
                  <a:lumMod val="95000"/>
                  <a:lumOff val="5000"/>
                </a:schemeClr>
              </a:solidFill>
            </a:endParaRPr>
          </a:p>
          <a:p>
            <a:endParaRPr lang="en-US" dirty="0" smtClean="0">
              <a:solidFill>
                <a:schemeClr val="bg1">
                  <a:lumMod val="95000"/>
                  <a:lumOff val="5000"/>
                </a:schemeClr>
              </a:solidFill>
            </a:endParaRPr>
          </a:p>
          <a:p>
            <a:r>
              <a:rPr lang="en-US" b="1" dirty="0" smtClean="0">
                <a:solidFill>
                  <a:schemeClr val="tx1">
                    <a:lumMod val="95000"/>
                  </a:schemeClr>
                </a:solidFill>
              </a:rPr>
              <a:t>Demo video: </a:t>
            </a:r>
            <a:r>
              <a:rPr lang="en-US" b="1" dirty="0" smtClean="0">
                <a:solidFill>
                  <a:schemeClr val="tx1">
                    <a:lumMod val="95000"/>
                  </a:schemeClr>
                </a:solidFill>
              </a:rPr>
              <a:t> </a:t>
            </a:r>
            <a:r>
              <a:rPr lang="en-US" dirty="0" smtClean="0">
                <a:solidFill>
                  <a:schemeClr val="bg1">
                    <a:lumMod val="95000"/>
                    <a:lumOff val="5000"/>
                  </a:schemeClr>
                </a:solidFill>
              </a:rPr>
              <a:t>https</a:t>
            </a:r>
            <a:r>
              <a:rPr lang="en-US" dirty="0">
                <a:solidFill>
                  <a:schemeClr val="bg1">
                    <a:lumMod val="95000"/>
                    <a:lumOff val="5000"/>
                  </a:schemeClr>
                </a:solidFill>
              </a:rPr>
              <a:t>://youtu.be/no4gzyEJzLA</a:t>
            </a:r>
            <a:endParaRPr lang="en-CA" dirty="0">
              <a:solidFill>
                <a:schemeClr val="bg1">
                  <a:lumMod val="95000"/>
                  <a:lumOff val="5000"/>
                </a:schemeClr>
              </a:solidFill>
            </a:endParaRPr>
          </a:p>
        </p:txBody>
      </p:sp>
    </p:spTree>
    <p:extLst>
      <p:ext uri="{BB962C8B-B14F-4D97-AF65-F5344CB8AC3E}">
        <p14:creationId xmlns:p14="http://schemas.microsoft.com/office/powerpoint/2010/main" val="1574843076"/>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250</TotalTime>
  <Words>360</Words>
  <Application>Microsoft Office PowerPoint</Application>
  <PresentationFormat>Widescreen</PresentationFormat>
  <Paragraphs>22</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Century Gothic</vt:lpstr>
      <vt:lpstr>Wingdings 3</vt:lpstr>
      <vt:lpstr>Slice</vt:lpstr>
      <vt:lpstr>Artsy</vt:lpstr>
      <vt:lpstr>Problem statement</vt:lpstr>
      <vt:lpstr>Solution</vt:lpstr>
      <vt:lpstr>How it works</vt:lpstr>
      <vt:lpstr>PowerPoint Presentation</vt:lpstr>
      <vt:lpstr>Tech stack</vt:lpstr>
      <vt:lpstr>Documentation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Artsy</dc:title>
  <dc:creator>Rabin</dc:creator>
  <cp:lastModifiedBy>Rabin</cp:lastModifiedBy>
  <cp:revision>9</cp:revision>
  <dcterms:created xsi:type="dcterms:W3CDTF">2026-08-11T16:27:42Z</dcterms:created>
  <dcterms:modified xsi:type="dcterms:W3CDTF">2026-08-12T10:15:52Z</dcterms:modified>
</cp:coreProperties>
</file>